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60" r:id="rId5"/>
    <p:sldId id="258" r:id="rId6"/>
    <p:sldId id="259" r:id="rId7"/>
    <p:sldId id="262" r:id="rId8"/>
    <p:sldId id="265" r:id="rId9"/>
    <p:sldId id="261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4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F93F1-D337-477A-B98A-83DE47DDB92A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dirty="0" smtClean="0"/>
              <a:t>マスタ </a:t>
            </a:r>
            <a:r>
              <a:rPr kumimoji="1" lang="ja-JP" altLang="en-US" dirty="0" smtClean="0"/>
              <a:t>テキストの書式設定</a:t>
            </a:r>
            <a:endParaRPr kumimoji="1" lang="ja-JP" altLang="en-US" dirty="0" smtClean="0"/>
          </a:p>
          <a:p>
            <a:pPr lvl="1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2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2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3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3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4 </a:t>
            </a:r>
            <a:r>
              <a:rPr kumimoji="1" lang="ja-JP" altLang="en-US" dirty="0" smtClean="0"/>
              <a:t>レベル</a:t>
            </a:r>
            <a:endParaRPr kumimoji="1" lang="ja-JP" altLang="en-US" dirty="0" smtClean="0"/>
          </a:p>
          <a:p>
            <a:pPr lvl="4"/>
            <a:r>
              <a:rPr kumimoji="1" lang="ja-JP" altLang="en-US" dirty="0" smtClean="0"/>
              <a:t>第 </a:t>
            </a:r>
            <a:r>
              <a:rPr kumimoji="1" lang="en-US" altLang="ja-JP" dirty="0" smtClean="0"/>
              <a:t>5 </a:t>
            </a:r>
            <a:r>
              <a:rPr kumimoji="1" lang="ja-JP" altLang="en-US" dirty="0" smtClean="0"/>
              <a:t>レベル</a:t>
            </a:r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EF2D7-A99A-4AC5-BC01-384F23EAC7CE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スライドイメージプレースホルダ 1"/>
          <p:cNvSpPr/>
          <p:nvPr>
            <p:ph type="sldImg" idx="2"/>
          </p:nvPr>
        </p:nvSpPr>
        <p:spPr/>
      </p:sp>
      <p:sp>
        <p:nvSpPr>
          <p:cNvPr id="3" name="文字列プレースホルダ 2"/>
          <p:cNvSpPr/>
          <p:nvPr>
            <p:ph type="body" idx="3"/>
          </p:nvPr>
        </p:nvSpPr>
        <p:spPr/>
        <p:txBody>
          <a:bodyPr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テキスト&#10;&#10;低い精度で自動的に生成された説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52"/>
          <a:stretch>
            <a:fillRect/>
          </a:stretch>
        </p:blipFill>
        <p:spPr>
          <a:xfrm>
            <a:off x="21" y="-324186"/>
            <a:ext cx="12191979" cy="6857989"/>
          </a:xfrm>
          <a:prstGeom prst="rect">
            <a:avLst/>
          </a:prstGeom>
        </p:spPr>
      </p:pic>
      <p:sp useBgFill="1">
        <p:nvSpPr>
          <p:cNvPr id="20" name="Freeform: Shap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2191999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4503150 h 6858000"/>
              <a:gd name="connsiteX5" fmla="*/ 640350 w 12192000"/>
              <a:gd name="connsiteY5" fmla="*/ 5143500 h 6858000"/>
              <a:gd name="connsiteX6" fmla="*/ 11551650 w 12192000"/>
              <a:gd name="connsiteY6" fmla="*/ 5143500 h 6858000"/>
              <a:gd name="connsiteX7" fmla="*/ 12178990 w 12192000"/>
              <a:gd name="connsiteY7" fmla="*/ 4632203 h 6858000"/>
              <a:gd name="connsiteX8" fmla="*/ 12191999 w 12192000"/>
              <a:gd name="connsiteY8" fmla="*/ 450316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8000">
                <a:moveTo>
                  <a:pt x="12191999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4503150"/>
                </a:lnTo>
                <a:cubicBezTo>
                  <a:pt x="0" y="4856806"/>
                  <a:pt x="286694" y="5143500"/>
                  <a:pt x="640350" y="5143500"/>
                </a:cubicBezTo>
                <a:lnTo>
                  <a:pt x="11551650" y="5143500"/>
                </a:lnTo>
                <a:cubicBezTo>
                  <a:pt x="11861099" y="5143500"/>
                  <a:pt x="12119280" y="4924000"/>
                  <a:pt x="12178990" y="4632203"/>
                </a:cubicBezTo>
                <a:lnTo>
                  <a:pt x="12191999" y="4503161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308388" y="5338112"/>
            <a:ext cx="6816312" cy="1337079"/>
          </a:xfrm>
        </p:spPr>
        <p:txBody>
          <a:bodyPr anchor="ctr">
            <a:normAutofit/>
          </a:bodyPr>
          <a:lstStyle/>
          <a:p>
            <a:r>
              <a:rPr kumimoji="1" lang="ja-JP" altLang="en-US" sz="28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ゲーム制作班：</a:t>
            </a:r>
            <a:br>
              <a:rPr kumimoji="1" lang="en-US" altLang="ja-JP" sz="28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</a:br>
            <a:r>
              <a:rPr kumimoji="1" lang="ja-JP" altLang="en-US" sz="280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伊藤雄、伊藤優、熊澤、河野、舩木、森川</a:t>
            </a:r>
            <a:endParaRPr kumimoji="1" lang="ja-JP" altLang="en-US" sz="280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8334721" y="4606592"/>
            <a:ext cx="3548891" cy="1064301"/>
          </a:xfrm>
        </p:spPr>
        <p:txBody>
          <a:bodyPr anchor="ctr">
            <a:normAutofit/>
          </a:bodyPr>
          <a:lstStyle/>
          <a:p>
            <a:r>
              <a:rPr kumimoji="1" lang="ja-JP" altLang="en-US" sz="1800" dirty="0">
                <a:solidFill>
                  <a:schemeClr val="bg1"/>
                </a:solidFill>
              </a:rPr>
              <a:t>あ</a:t>
            </a:r>
            <a:endParaRPr kumimoji="1" lang="ja-JP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18748" y="4832129"/>
            <a:ext cx="9786847" cy="10870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/>
              <a:t>１．主な製作モジュール</a:t>
            </a:r>
            <a:endParaRPr kumimoji="1" lang="ja-JP" altLang="en-US" sz="480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7184599" y="4073415"/>
            <a:ext cx="786819" cy="53980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altLang="ja-JP" sz="2000" dirty="0">
                <a:solidFill>
                  <a:schemeClr val="bg1"/>
                </a:solidFill>
              </a:rPr>
              <a:t>json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0740" y="63203"/>
            <a:ext cx="12050520" cy="4700812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16" name="図 15" descr="ロゴ&#10;&#10;自動的に生成された説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48" y="134745"/>
            <a:ext cx="3656776" cy="1974659"/>
          </a:xfrm>
          <a:prstGeom prst="rect">
            <a:avLst/>
          </a:prstGeom>
        </p:spPr>
      </p:pic>
      <p:pic>
        <p:nvPicPr>
          <p:cNvPr id="12" name="コンテンツ プレースホルダー 11" descr="挿絵 が含まれている画像&#10;&#10;自動的に生成された説明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310" y="117331"/>
            <a:ext cx="3941640" cy="1793446"/>
          </a:xfrm>
          <a:prstGeom prst="rect">
            <a:avLst/>
          </a:prstGeom>
        </p:spPr>
      </p:pic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Footer Text</a:t>
            </a:r>
            <a:endParaRPr lang="en-US" b="0" kern="1200" cap="all" spc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</a:fld>
            <a:endParaRPr 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7080530" y="2784585"/>
            <a:ext cx="18668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ｊ</a:t>
            </a:r>
            <a:r>
              <a:rPr kumimoji="1" lang="en-US" altLang="ja-JP" sz="60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son</a:t>
            </a:r>
            <a:endParaRPr kumimoji="1" lang="ja-JP" altLang="en-US" sz="6000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pic>
        <p:nvPicPr>
          <p:cNvPr id="19" name="図 18" descr="抽象, 挿絵 が含まれている画像&#10;&#10;自動的に生成された説明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337" y="2505308"/>
            <a:ext cx="1866838" cy="1866838"/>
          </a:xfrm>
          <a:prstGeom prst="rect">
            <a:avLst/>
          </a:prstGeom>
        </p:spPr>
      </p:pic>
      <p:pic>
        <p:nvPicPr>
          <p:cNvPr id="22" name="図 21" descr="図形&#10;&#10;中程度の精度で自動的に生成された説明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002" y="222312"/>
            <a:ext cx="3735185" cy="146489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18748" y="4832129"/>
            <a:ext cx="9786847" cy="10870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 sz="4800" dirty="0"/>
              <a:t>２．主な使用ソフト</a:t>
            </a:r>
            <a:endParaRPr kumimoji="1" lang="ja-JP" altLang="en-US" sz="4800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21219" y="5897931"/>
            <a:ext cx="9784376" cy="5398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kumimoji="1" lang="ja-JP" altLang="en-US" sz="2000"/>
              <a:t>・</a:t>
            </a:r>
            <a:endParaRPr kumimoji="1" lang="ja-JP" altLang="en-US" sz="2000"/>
          </a:p>
        </p:txBody>
      </p:sp>
      <p:sp>
        <p:nvSpPr>
          <p:cNvPr id="19" name="Rectangle: Rounded Corners 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0740" y="63203"/>
            <a:ext cx="12050520" cy="4700812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8" name="図 7" descr="アイコン&#10;&#10;自動的に生成された説明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02" y="838199"/>
            <a:ext cx="3129455" cy="3129455"/>
          </a:xfrm>
          <a:prstGeom prst="rect">
            <a:avLst/>
          </a:prstGeom>
        </p:spPr>
      </p:pic>
      <p:pic>
        <p:nvPicPr>
          <p:cNvPr id="12" name="図 11" descr="ロゴ, 会社名&#10;&#10;自動的に生成された説明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982" y="1529489"/>
            <a:ext cx="3143535" cy="1768238"/>
          </a:xfrm>
          <a:prstGeom prst="rect">
            <a:avLst/>
          </a:prstGeom>
        </p:spPr>
      </p:pic>
      <p:pic>
        <p:nvPicPr>
          <p:cNvPr id="10" name="図 9" descr="ロゴ&#10;&#10;自動的に生成された説明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9142" y="1674877"/>
            <a:ext cx="3143535" cy="1477461"/>
          </a:xfrm>
          <a:prstGeom prst="rect">
            <a:avLst/>
          </a:prstGeom>
        </p:spPr>
      </p:pic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Footer Text</a:t>
            </a:r>
            <a:endParaRPr lang="en-US" b="0" kern="1200" cap="all" spc="0" baseline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</a:fld>
            <a:endParaRPr lang="en-US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309807" y="3956758"/>
            <a:ext cx="26516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GitHub Desktop</a:t>
            </a:r>
            <a:endParaRPr kumimoji="1" lang="ja-JP" altLang="en-US" sz="28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4725203" y="3987535"/>
            <a:ext cx="2719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Visual Studio Code</a:t>
            </a:r>
            <a:endParaRPr kumimoji="1" lang="ja-JP" altLang="en-US" sz="24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9827119" y="3987535"/>
            <a:ext cx="5569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git</a:t>
            </a:r>
            <a:endParaRPr kumimoji="1" lang="ja-JP" altLang="en-US" sz="2400" dirty="0">
              <a:solidFill>
                <a:schemeClr val="bg1"/>
              </a:solidFill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40137" y="-100561"/>
            <a:ext cx="3704215" cy="1438780"/>
          </a:xfrm>
        </p:spPr>
        <p:txBody>
          <a:bodyPr/>
          <a:lstStyle/>
          <a:p>
            <a:r>
              <a:rPr kumimoji="1" lang="ja-JP" altLang="en-US" dirty="0"/>
              <a:t>３．デザイン</a:t>
            </a:r>
            <a:endParaRPr kumimoji="1" lang="ja-JP" altLang="en-US" dirty="0"/>
          </a:p>
        </p:txBody>
      </p:sp>
      <p:pic>
        <p:nvPicPr>
          <p:cNvPr id="8" name="コンテンツ プレースホルダー 7" descr="グラフィカル ユーザー インターフェイス&#10;&#10;中程度の精度で自動的に生成された説明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517" y="1513955"/>
            <a:ext cx="7760965" cy="4909751"/>
          </a:xfrm>
        </p:spPr>
      </p:pic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08387" y="194090"/>
            <a:ext cx="2774950" cy="800337"/>
          </a:xfrm>
        </p:spPr>
        <p:txBody>
          <a:bodyPr/>
          <a:lstStyle/>
          <a:p>
            <a:r>
              <a:rPr kumimoji="1" lang="ja-JP" altLang="en-US" dirty="0"/>
              <a:t>４．音楽</a:t>
            </a:r>
            <a:endParaRPr kumimoji="1" lang="ja-JP" altLang="en-US" dirty="0"/>
          </a:p>
        </p:txBody>
      </p:sp>
      <p:pic>
        <p:nvPicPr>
          <p:cNvPr id="8" name="コンテンツ プレースホルダー 7" descr="グラフィカル ユーザー インターフェイス が含まれている画像&#10;&#10;自動的に生成された説明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829" y="1029443"/>
            <a:ext cx="9105673" cy="5760443"/>
          </a:xfrm>
        </p:spPr>
      </p:pic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５．ソースコード解説</a:t>
            </a:r>
            <a:endParaRPr kumimoji="1" lang="ja-JP" altLang="en-US"/>
          </a:p>
        </p:txBody>
      </p:sp>
      <p:pic>
        <p:nvPicPr>
          <p:cNvPr id="7" name="コンテンツプレースホルダ 6" descr="rpg_file_kozo"/>
          <p:cNvPicPr>
            <a:picLocks noChangeAspect="1"/>
          </p:cNvPicPr>
          <p:nvPr>
            <p:ph idx="1"/>
          </p:nvPr>
        </p:nvPicPr>
        <p:blipFill>
          <a:blip r:embed="rId1"/>
          <a:srcRect l="7496" t="15762" r="9271" b="14431"/>
          <a:stretch>
            <a:fillRect/>
          </a:stretch>
        </p:blipFill>
        <p:spPr>
          <a:xfrm>
            <a:off x="4954905" y="2555875"/>
            <a:ext cx="6878955" cy="3869690"/>
          </a:xfrm>
          <a:prstGeom prst="rect">
            <a:avLst/>
          </a:prstGeom>
        </p:spPr>
      </p:pic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  <p:sp>
        <p:nvSpPr>
          <p:cNvPr id="12" name="テキストボックス 11"/>
          <p:cNvSpPr txBox="1"/>
          <p:nvPr/>
        </p:nvSpPr>
        <p:spPr>
          <a:xfrm>
            <a:off x="441325" y="2297430"/>
            <a:ext cx="446087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2800"/>
              <a:t>大きな役割ごとにソースファイルを分割して、それを</a:t>
            </a:r>
            <a:r>
              <a:rPr lang="en-US" altLang="ja-JP" sz="2800"/>
              <a:t>main.py</a:t>
            </a:r>
            <a:r>
              <a:rPr lang="ja-JP" altLang="en-US" sz="2800"/>
              <a:t>でモジュールとして読み込み、インスタンス化する際に引数として</a:t>
            </a:r>
            <a:r>
              <a:rPr lang="en-US" altLang="ja-JP" sz="2800"/>
              <a:t>main.py</a:t>
            </a:r>
            <a:r>
              <a:rPr lang="ja-JP" altLang="en-US" sz="2800"/>
              <a:t>の</a:t>
            </a:r>
            <a:r>
              <a:rPr lang="en-US" altLang="ja-JP" sz="2800"/>
              <a:t>App</a:t>
            </a:r>
            <a:r>
              <a:rPr lang="ja-JP" altLang="en-US" sz="2800"/>
              <a:t>クラスのインスタンスを渡すことで、</a:t>
            </a:r>
            <a:r>
              <a:rPr lang="en-US" altLang="ja-JP" sz="2800"/>
              <a:t>App</a:t>
            </a:r>
            <a:r>
              <a:rPr lang="ja-JP" altLang="en-US" sz="2800"/>
              <a:t>のインスタンスを通して、他のモジュールの関数や変数にアクセスができるようにした。</a:t>
            </a:r>
            <a:endParaRPr lang="ja-JP" alt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/>
              <a:t>６</a:t>
            </a:r>
            <a:r>
              <a:rPr lang="ja-JP" altLang="en-US"/>
              <a:t>．ソースコード</a:t>
            </a:r>
            <a:r>
              <a:rPr lang="ja-JP" altLang="en-US"/>
              <a:t>紹介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F996519-E62D-4F8C-AE1E-36928EC7D15C}" type="datetime1">
              <a:rPr lang="en-US" smtClean="0"/>
            </a:fld>
            <a:endParaRPr lang="en-US"/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E91CC32-6A6B-4E2E-BBA1-6864F305DA26}" type="slidenum">
              <a:rPr lang="en-US" smtClean="0"/>
            </a:fld>
            <a:endParaRPr lang="en-US"/>
          </a:p>
        </p:txBody>
      </p:sp>
      <p:sp>
        <p:nvSpPr>
          <p:cNvPr id="9" name="テキストボックス 8"/>
          <p:cNvSpPr txBox="1"/>
          <p:nvPr/>
        </p:nvSpPr>
        <p:spPr>
          <a:xfrm>
            <a:off x="2456180" y="6028055"/>
            <a:ext cx="727900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ja-JP" altLang="en-US" sz="4800"/>
              <a:t>全ソースコードは</a:t>
            </a:r>
            <a:r>
              <a:rPr lang="en-US" altLang="ja-JP" sz="4800"/>
              <a:t>Teams</a:t>
            </a:r>
            <a:r>
              <a:rPr lang="ja-JP" altLang="en-US" sz="4800"/>
              <a:t>に添付</a:t>
            </a:r>
            <a:endParaRPr lang="en-US" altLang="ja-JP" sz="4800"/>
          </a:p>
        </p:txBody>
      </p:sp>
      <p:pic>
        <p:nvPicPr>
          <p:cNvPr id="11" name="rpg_sourcecode">
            <a:hlinkClick r:id="" action="ppaction://media"/>
          </p:cNvPr>
          <p:cNvPicPr/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55365" y="2058496"/>
            <a:ext cx="6880322" cy="38701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細かいことは置いといて</a:t>
            </a:r>
            <a:r>
              <a:rPr kumimoji="1" lang="en-US" altLang="ja-JP" dirty="0"/>
              <a:t>….</a:t>
            </a:r>
            <a:br>
              <a:rPr kumimoji="1" lang="en-US" altLang="ja-JP" dirty="0"/>
            </a:br>
            <a:r>
              <a:rPr kumimoji="1" lang="ja-JP" altLang="en-US" dirty="0"/>
              <a:t>実際にプレイしてみてください！！</a:t>
            </a:r>
            <a:endParaRPr kumimoji="1" lang="ja-JP" altLang="en-US" dirty="0"/>
          </a:p>
        </p:txBody>
      </p:sp>
      <p:pic>
        <p:nvPicPr>
          <p:cNvPr id="8" name="コンテンツ プレースホルダー 7" descr="QR コード&#10;&#10;自動的に生成された説明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15" y="2708910"/>
            <a:ext cx="4149090" cy="4149090"/>
          </a:xfrm>
        </p:spPr>
      </p:pic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</a:fld>
            <a:endParaRPr 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</a:fld>
            <a:endParaRPr lang="en-US"/>
          </a:p>
        </p:txBody>
      </p:sp>
      <p:sp>
        <p:nvSpPr>
          <p:cNvPr id="3" name="テキストボックス 2"/>
          <p:cNvSpPr txBox="1"/>
          <p:nvPr/>
        </p:nvSpPr>
        <p:spPr>
          <a:xfrm>
            <a:off x="411480" y="2058670"/>
            <a:ext cx="1170114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ja-JP" altLang="en-US" sz="2800"/>
              <a:t>　</a:t>
            </a:r>
            <a:r>
              <a:rPr lang="en-US" altLang="ja-JP" sz="2800"/>
              <a:t>↓↓</a:t>
            </a:r>
            <a:r>
              <a:rPr lang="ja-JP" altLang="en-US" sz="2800"/>
              <a:t>スマホ・</a:t>
            </a:r>
            <a:r>
              <a:rPr lang="en-US" altLang="ja-JP" sz="2800"/>
              <a:t>PC</a:t>
            </a:r>
            <a:r>
              <a:rPr lang="ja-JP" altLang="en-US" sz="2800"/>
              <a:t>の</a:t>
            </a:r>
            <a:r>
              <a:rPr lang="en-US" altLang="ja-JP" sz="2800"/>
              <a:t>Web</a:t>
            </a:r>
            <a:r>
              <a:rPr lang="ja-JP" altLang="en-US" sz="2800"/>
              <a:t>版は</a:t>
            </a:r>
            <a:r>
              <a:rPr lang="en-US" altLang="ja-JP" sz="2800"/>
              <a:t>↓</a:t>
            </a:r>
            <a:r>
              <a:rPr lang="en-US" altLang="ja-JP" sz="2800"/>
              <a:t>↓</a:t>
            </a:r>
            <a:endParaRPr lang="en-US" altLang="ja-JP" sz="2800"/>
          </a:p>
          <a:p>
            <a:r>
              <a:rPr lang="ja-JP" altLang="en-US" sz="2800"/>
              <a:t>　　　　　　　　　　　　　　</a:t>
            </a:r>
            <a:r>
              <a:rPr lang="en-US" altLang="ja-JP" sz="2800"/>
              <a:t>windows</a:t>
            </a:r>
            <a:r>
              <a:rPr lang="ja-JP" altLang="en-US" sz="2800"/>
              <a:t>で動作する</a:t>
            </a:r>
            <a:r>
              <a:rPr lang="en-US" altLang="ja-JP" sz="2800"/>
              <a:t>exe</a:t>
            </a:r>
            <a:r>
              <a:rPr lang="ja-JP" altLang="en-US" sz="2800"/>
              <a:t>ファイルは</a:t>
            </a:r>
            <a:r>
              <a:rPr lang="en-US" altLang="ja-JP" sz="2800"/>
              <a:t>Teams</a:t>
            </a:r>
            <a:r>
              <a:rPr lang="ja-JP" altLang="en-US" sz="2800"/>
              <a:t>から</a:t>
            </a:r>
            <a:endParaRPr lang="ja-JP" altLang="en-US" sz="2800"/>
          </a:p>
          <a:p>
            <a:r>
              <a:rPr lang="en-US" altLang="ja-JP" sz="2800"/>
              <a:t>								</a:t>
            </a:r>
            <a:r>
              <a:rPr lang="ja-JP" altLang="en-US" sz="2800"/>
              <a:t>　　　</a:t>
            </a:r>
            <a:r>
              <a:rPr lang="en-US" altLang="ja-JP" sz="2800"/>
              <a:t> </a:t>
            </a:r>
            <a:r>
              <a:rPr lang="ja-JP" altLang="en-US" sz="2800"/>
              <a:t>（</a:t>
            </a:r>
            <a:r>
              <a:rPr lang="en-US" altLang="ja-JP" sz="2800"/>
              <a:t>Web</a:t>
            </a:r>
            <a:r>
              <a:rPr lang="ja-JP" altLang="en-US" sz="2800"/>
              <a:t>版より</a:t>
            </a:r>
            <a:r>
              <a:rPr lang="ja-JP" altLang="en-US" sz="2800"/>
              <a:t>軽量）</a:t>
            </a:r>
            <a:endParaRPr lang="ja-JP" altLang="en-US" sz="28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</p:tagLst>
</file>

<file path=ppt/theme/theme1.xml><?xml version="1.0" encoding="utf-8"?>
<a:theme xmlns:a="http://schemas.openxmlformats.org/drawingml/2006/main" name="DylanVTI">
  <a:themeElements>
    <a:clrScheme name="Custom 8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WPS Presentation</Application>
  <PresentationFormat>ワイド画面</PresentationFormat>
  <Paragraphs>80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ＭＳ Ｐゴシック</vt:lpstr>
      <vt:lpstr>Wingdings</vt:lpstr>
      <vt:lpstr>Neue Haas Grotesk Text Pro</vt:lpstr>
      <vt:lpstr>Yu Gothic UI</vt:lpstr>
      <vt:lpstr>HGP創英角ｺﾞｼｯｸUB</vt:lpstr>
      <vt:lpstr>ＭＳ Ｐゴシック</vt:lpstr>
      <vt:lpstr>HGP創英角ﾎﾟｯﾌﾟ体</vt:lpstr>
      <vt:lpstr>衡山毛筆フォント</vt:lpstr>
      <vt:lpstr>Microsoft YaHei</vt:lpstr>
      <vt:lpstr>Arial Unicode MS</vt:lpstr>
      <vt:lpstr>Calibri</vt:lpstr>
      <vt:lpstr>DylanVTI</vt:lpstr>
      <vt:lpstr>ゲーム制作班： 伊藤雄、伊藤優、熊澤、河野、舩木、森川</vt:lpstr>
      <vt:lpstr>１．主な製作モジュール</vt:lpstr>
      <vt:lpstr>２．主な使用ソフト</vt:lpstr>
      <vt:lpstr>３．デザイン</vt:lpstr>
      <vt:lpstr>４．音楽</vt:lpstr>
      <vt:lpstr>５．ソースコード解説</vt:lpstr>
      <vt:lpstr>６．ソースコード紹介</vt:lpstr>
      <vt:lpstr>細かいことは置いといて…. 実際にプレイしてみてください！！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熊澤　大空</dc:creator>
  <cp:lastModifiedBy>REI</cp:lastModifiedBy>
  <cp:revision>5</cp:revision>
  <dcterms:created xsi:type="dcterms:W3CDTF">2024-12-20T00:01:00Z</dcterms:created>
  <dcterms:modified xsi:type="dcterms:W3CDTF">2024-12-20T10:35:44Z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0E21C117F22F46C08B0025AFF98D44AD</vt:lpwstr>
  </property>
  <property fmtid="{D5CDD505-2E9C-101B-9397-08002B2CF9AE}" pid="3" name="KSOProductBuildVer">
    <vt:lpwstr>1041-11.2.0.11516</vt:lpwstr>
  </property>
</Properties>
</file>